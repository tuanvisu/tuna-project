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5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5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255" y="1926133"/>
            <a:ext cx="4566344" cy="303430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000375"/>
            <a:ext cx="6177855" cy="2124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0893" y="457200"/>
            <a:ext cx="5510212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6086475"/>
            <a:ext cx="11125200" cy="3143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9018" y="561975"/>
            <a:ext cx="176212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6253162"/>
            <a:ext cx="2838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Plus Jakarta Sans SemiBold"/>
              </a:rPr>
              <a:t>CTUT — Cổng thông tin Việc làm Sinh viên Khoa CNTT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1375" y="6248400"/>
            <a:ext cx="6572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Space Grotesk"/>
              </a:rPr>
              <a:t>Slide 01 / 25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94427" y="2240458"/>
            <a:ext cx="762000" cy="76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08138" y="3192958"/>
            <a:ext cx="4134579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Plus Jakarta Sans"/>
              </a:rPr>
              <a:t>CỔNG KẾT NỐI ĐA CHIỀU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580" y="3488233"/>
            <a:ext cx="3937694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818CF8"/>
                </a:solidFill>
                <a:latin typeface="Plus Jakarta Sans SemiBold"/>
              </a:rPr>
              <a:t>MULTIDIRECTIONAL HUB &amp; SMART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580" y="3793033"/>
            <a:ext cx="3937694" cy="853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Tối ưu hóa tương tác 2 chiều giữa </a:t>
            </a:r>
            <a:r>
              <a:rPr b="1" sz="1050" i="0" u="none">
                <a:solidFill>
                  <a:srgbClr val="94A3B8"/>
                </a:solidFill>
                <a:latin typeface="Plus Jakarta Sans"/>
              </a:rPr>
              <a:t>Khoa CNTT - Sinh viên - Doanh nghiệp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. Hệ thống tích hợp thuật toán phân tích dữ liệu tự động ghép nối (Smart Matching) giữa Hồ sơ năng lực Sinh viên và Nhu cầu tuyển dụng của Doanh nghiệp.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1762125"/>
            <a:ext cx="617785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818CF8"/>
                </a:solidFill>
                <a:latin typeface="Plus Jakarta Sans"/>
              </a:rPr>
              <a:t>ĐỀ TÀI NGHIÊN CỨU KHOA HỌC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1990725"/>
            <a:ext cx="6486748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b="0" sz="2250" i="0" u="none">
                <a:solidFill>
                  <a:srgbClr val="FFFFFF"/>
                </a:solidFill>
                <a:latin typeface="Plus Jakarta Sans ExtraBold"/>
              </a:rPr>
              <a:t>Xây dựng Cổng thông tin Kết nối Doanh nghiệp cho Khoa CNTT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0775" y="3257550"/>
            <a:ext cx="408235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 SemiBold"/>
              </a:rPr>
              <a:t>GV hướng dẫn:</a:t>
            </a:r>
            <a:r>
              <a:rPr b="0" sz="1050" i="0" u="none">
                <a:solidFill>
                  <a:srgbClr val="E2E8F0"/>
                </a:solidFill>
                <a:latin typeface="Plus Jakarta Sans"/>
              </a:rPr>
              <a:t> </a:t>
            </a:r>
            <a:r>
              <a:rPr b="0" sz="1050" i="0" u="none">
                <a:solidFill>
                  <a:srgbClr val="F1F5F9"/>
                </a:solidFill>
                <a:latin typeface="Plus Jakarta Sans SemiBold"/>
              </a:rPr>
              <a:t>ThS. Nguyễn Thúy Anh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1525" y="3486150"/>
            <a:ext cx="570160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90775" y="3552825"/>
            <a:ext cx="408235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 SemiBold"/>
              </a:rPr>
              <a:t>Chủ nhiệm đề tài:</a:t>
            </a:r>
            <a:r>
              <a:rPr b="0" sz="1050" i="0" u="none">
                <a:solidFill>
                  <a:srgbClr val="E2E8F0"/>
                </a:solidFill>
                <a:latin typeface="Plus Jakarta Sans"/>
              </a:rPr>
              <a:t> </a:t>
            </a:r>
            <a:r>
              <a:rPr b="0" sz="1050" i="0" u="none">
                <a:solidFill>
                  <a:srgbClr val="F1F5F9"/>
                </a:solidFill>
                <a:latin typeface="Plus Jakarta Sans SemiBold"/>
              </a:rPr>
              <a:t>Nguyễn Đắc Nhân  </a:t>
            </a:r>
            <a:r>
              <a:rPr b="0" sz="1050" i="0" u="none">
                <a:solidFill>
                  <a:srgbClr val="38BDF8"/>
                </a:solidFill>
                <a:latin typeface="Plus Jakarta Sans SemiBold"/>
              </a:rPr>
              <a:t>(HTTT2311039)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1525" y="3790950"/>
            <a:ext cx="570160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0165" y="2450008"/>
            <a:ext cx="390525" cy="3429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1525" y="3857625"/>
            <a:ext cx="1619250" cy="171450"/>
          </a:xfrm>
          <a:prstGeom prst="rect">
            <a:avLst/>
          </a:prstGeom>
          <a:noFill/>
        </p:spPr>
        <p:txBody>
          <a:bodyPr wrap="square" lIns="24765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 SemiBold"/>
              </a:rPr>
              <a:t>Sinh viên thực hiện: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3286125"/>
            <a:ext cx="171450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525" y="3581400"/>
            <a:ext cx="114300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1525" y="3886200"/>
            <a:ext cx="171450" cy="1333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1525" y="4162425"/>
            <a:ext cx="570160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2E8F0"/>
                </a:solidFill>
                <a:latin typeface="Plus Jakarta Sans Medium"/>
              </a:rPr>
              <a:t>• Nguyễn Minh Anh Tuấn</a:t>
            </a:r>
            <a:r>
              <a:rPr b="0" sz="1050" i="0" u="none">
                <a:solidFill>
                  <a:srgbClr val="E2E8F0"/>
                </a:solidFill>
                <a:latin typeface="Plus Jakarta Sans"/>
              </a:rPr>
              <a:t> </a:t>
            </a:r>
            <a:r>
              <a:rPr b="0" sz="1050" i="0" u="none">
                <a:solidFill>
                  <a:srgbClr val="38BDF8"/>
                </a:solidFill>
                <a:latin typeface="Plus Jakarta Sans SemiBold"/>
              </a:rPr>
              <a:t>HTTT2311052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525" y="4410075"/>
            <a:ext cx="570160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2E8F0"/>
                </a:solidFill>
                <a:latin typeface="Plus Jakarta Sans Medium"/>
              </a:rPr>
              <a:t>• Huỳnh Gia Tuấn</a:t>
            </a:r>
            <a:r>
              <a:rPr b="0" sz="1050" i="0" u="none">
                <a:solidFill>
                  <a:srgbClr val="E2E8F0"/>
                </a:solidFill>
                <a:latin typeface="Plus Jakarta Sans"/>
              </a:rPr>
              <a:t> </a:t>
            </a:r>
            <a:r>
              <a:rPr b="0" sz="1050" i="0" u="none">
                <a:solidFill>
                  <a:srgbClr val="38BDF8"/>
                </a:solidFill>
                <a:latin typeface="Plus Jakarta Sans SemiBold"/>
              </a:rPr>
              <a:t>HTTT2311009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525" y="4657725"/>
            <a:ext cx="570160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2E8F0"/>
                </a:solidFill>
                <a:latin typeface="Plus Jakarta Sans Medium"/>
              </a:rPr>
              <a:t>• Lưu Nhật Đông</a:t>
            </a:r>
            <a:r>
              <a:rPr b="0" sz="1050" i="0" u="none">
                <a:solidFill>
                  <a:srgbClr val="E2E8F0"/>
                </a:solidFill>
                <a:latin typeface="Plus Jakarta Sans"/>
              </a:rPr>
              <a:t> </a:t>
            </a:r>
            <a:r>
              <a:rPr b="0" sz="1050" i="0" u="none">
                <a:solidFill>
                  <a:srgbClr val="38BDF8"/>
                </a:solidFill>
                <a:latin typeface="Plus Jakarta Sans SemiBold"/>
              </a:rPr>
              <a:t>HTTT2311017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364283"/>
            <a:ext cx="3555950" cy="242470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364283"/>
            <a:ext cx="3555950" cy="242470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2364283"/>
            <a:ext cx="3556099" cy="242470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6086475"/>
            <a:ext cx="11125200" cy="3143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6253162"/>
            <a:ext cx="2838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Plus Jakarta Sans SemiBold"/>
              </a:rPr>
              <a:t>CTUT — Cổng thông tin Việc làm Sinh viên Khoa CNTT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2325" y="6248400"/>
            <a:ext cx="6762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Space Grotesk"/>
              </a:rPr>
              <a:t>Slide 02 / 25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640508"/>
            <a:ext cx="51435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9625" y="3345358"/>
            <a:ext cx="31536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Cổng Doanh Nghiệp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659683"/>
            <a:ext cx="3003500" cy="853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Cho phép nhà tuyển dụng đăng tải thông tin tuyển dụng (JD), tìm kiếm ứng viên CNTT tiềm năng và quản lý danh sách sinh viên thực tập trực tiếp.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4175" y="2640508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94175" y="3345358"/>
            <a:ext cx="31536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Cổng Sinh Viên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4175" y="3659683"/>
            <a:ext cx="30035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Hỗ trợ sinh viên tạo Hồ sơ Năng lực số (Digital CV), cập nhật kỹ năng lập trình, đồ án cá nhân và nhận gợi ý việc làm tự động phù hợp.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8725" y="2640508"/>
            <a:ext cx="514350" cy="5143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78725" y="3345358"/>
            <a:ext cx="315383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Smart Matching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8725" y="3659683"/>
            <a:ext cx="3003649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Trái tim thuật toán kết nối, tự động đối sánh mức độ tương thích giữa yêu cầu công nghệ của Doanh nghiệp và bộ kỹ năng của Sinh viên.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925" y="2783383"/>
            <a:ext cx="285750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22762" y="2783383"/>
            <a:ext cx="257175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93025" y="2783383"/>
            <a:ext cx="285750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3400" y="457200"/>
            <a:ext cx="116586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Plus Jakarta Sans"/>
              </a:rPr>
              <a:t>Kiến trúc Cổng thông tin Kết nối Doanh nghiệp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3400" y="838200"/>
            <a:ext cx="3810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66887"/>
            <a:ext cx="53721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086475"/>
            <a:ext cx="11125200" cy="314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6253162"/>
            <a:ext cx="2838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Plus Jakarta Sans SemiBold"/>
              </a:rPr>
              <a:t>CTUT — Cổng thông tin Việc làm Sinh viên Khoa CNTT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2325" y="6248400"/>
            <a:ext cx="6762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Space Grotesk"/>
              </a:rPr>
              <a:t>Slide 03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676525"/>
            <a:ext cx="50673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CBD5E1"/>
                </a:solidFill>
                <a:latin typeface="Plus Jakarta Sans"/>
              </a:rPr>
              <a:t>Minh bạch hóa dữ liệu: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 Chuẩn hóa thông tin hồ sơ sinh viên và nhu cầu thực tập của doanh nghiệp đối tác.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276600"/>
            <a:ext cx="50673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CBD5E1"/>
                </a:solidFill>
                <a:latin typeface="Plus Jakarta Sans"/>
              </a:rPr>
              <a:t>Rút ngắn thời gian tuyển dụng: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 Thuật toán lọc thông minh hỗ trợ kết nối đúng người, đúng vị trí chỉ trong vài thao tác.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876675"/>
            <a:ext cx="50673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CBD5E1"/>
                </a:solidFill>
                <a:latin typeface="Plus Jakarta Sans"/>
              </a:rPr>
              <a:t>Tăng cường hợp tác lâu dài: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 Tạo môi trường liên kết bền vững giữa Khoa CNTT (CTUT) và hệ sinh thái doanh nghiệp công nghệ.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1776412"/>
            <a:ext cx="5353050" cy="3600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2700337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300412"/>
            <a:ext cx="17145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900487"/>
            <a:ext cx="171450" cy="1809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3400" y="457200"/>
            <a:ext cx="116586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Plus Jakarta Sans"/>
              </a:rPr>
              <a:t>Giá trị cốt lõi của Mạng lưới Kết nối Số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3400" y="838200"/>
            <a:ext cx="3810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495675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28775" y="3533775"/>
            <a:ext cx="100298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E2E8F0"/>
                </a:solidFill>
                <a:latin typeface="Plus Jakarta Sans"/>
              </a:rPr>
              <a:t>https://images.splitshire.com/full/Futuristic-Data-World-Map-AI-Concept_a9afbc.png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8775" y="3733800"/>
            <a:ext cx="100298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E2E8F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www.splitshire.com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457200"/>
            <a:ext cx="116586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400" y="838200"/>
            <a:ext cx="3810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